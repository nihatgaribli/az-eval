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only: this is the host institute's own methodology, extended to another Turkic language.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script difference now. It detonates on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in one sentence why the questions are not about Azerbaijan: we need facts the model demonstrably knows in English, otherwise the gap collapses to zero and measures nothing. Otherwise it comes back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mathematics conference. Showing bare percentages looks weak; showing that the measurement is trustworthy looks strong. Do not claim a theorem.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'Every model is bad at Azerbaijani' is the expected result - do not dwell. Point at the last row and move on: something is wrong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here. This is the centre of the talk. Do not rush. The only difference between the two models is the Kazakh fine-tune.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memorable moment of the talk. Slow down. Two sentences: 326 vs 1 is a direct count, it depends on no statistical test. And demanding the Latin alphabet in the prompt moves only 12 of the 326.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weaker model would be weaker in both languages. This one is weaker only in Azerbaijani. Raise the objection before the audience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practical sentence. Someone building a low-resource model is in this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ready - it is a mathematics conference and this is the widest gap. History sits near zero in BOTH languages: that is ignorance, not a script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framing. At n=96 this residual was not detectable; at n=356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194560" cy="76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B0B0B"/>
                </a:solidFill>
                <a:latin typeface="Segoe UI"/>
              </a:rPr>
              <a:t>AZ-Eval: A Parallel Azerbaijani–English Benchmark Reveals</a:t>
            </a:r>
          </a:p>
          <a:p>
            <a:pPr>
              <a:spcAft>
                <a:spcPts val="400"/>
              </a:spcAft>
            </a:pPr>
            <a:r>
              <a:rPr sz="3400" b="1">
                <a:solidFill>
                  <a:srgbClr val="0B0B0B"/>
                </a:solidFill>
                <a:latin typeface="Segoe UI"/>
              </a:rPr>
              <a:t>Negative Cross-Lingual Transfer from Kazakh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690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Nihat Garibli</a:t>
            </a:r>
          </a:p>
          <a:p>
            <a:pPr>
              <a:spcAft>
                <a:spcPts val="20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Baku State University, Azerbaijan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898781"/>
                </a:solidFill>
                <a:latin typeface="Segoe UI"/>
              </a:rPr>
              <a:t>CMAI 2026 · Nazarbayev University, Astana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Open multilingual models are measured on high-resource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Kazakh has open evaluation sets - freshqa_kazakh, defan_kazakh, BeyneleBench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Azerbaijani, to our knowledge, has none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Both are Turkic. Kazakh is written in Cyrillic, Azerbaijani in Latin.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Does fine-tuning on Kazakh transfer to Azerbaijani?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881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Kazakh is the closest well-resourced Turkic relative of Azerbaijani.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Adapting to a related language is the intuitive move for a low-resource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AZ-Eval - an open parallel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verified_by is a gate, not metadata: unverified rows never enter the set.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514600"/>
          <a:ext cx="108813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/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356 parallel AZ/EN short-answer items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255 hand-written by a native speaker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Every item human-verified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101 from templated Wikidata queries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7 categories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math, history, geography, science, culture, language, world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Accepted answers expanded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rule-based Azerbaijani morphology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Four nested normalizations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STRICT  →  MORPH  →  LENIENT  →  TRANSLIT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881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suffix stripping   ·   diacritic folding   ·   Cyrillic→Latin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Each stage adds exactly one transformation, applied symmetrically to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prediction and reference - so each score increment attributes error mass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to that single surface phenomenon.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Paired comparisons · 1000-resample bootstrap · permutation test · Holm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Result 1 - the gap is universal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Majority-class baseline: 1.1%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514600"/>
          <a:ext cx="108813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AZ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EN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p (Holm)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Qwen3-1.7B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5.9%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23.6%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17.7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0.0016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Qwen3-VL-4B-Instruct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16.6%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30.6%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14.0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0.0016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issai/Qolda-AVL-5B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3.1%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29.5%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26.4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0.0016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Result 2: transfer is NEGATIVE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7</a:t>
            </a:r>
          </a:p>
        </p:txBody>
      </p:sp>
      <p:pic>
        <p:nvPicPr>
          <p:cNvPr id="6" name="Picture 5" descr="fig_negative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10149840" cy="5100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Holm-corrected p = 0.0024   ·   same architecture, same quantization, same prompt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The mechanism is orthographic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8</a:t>
            </a:r>
          </a:p>
        </p:txBody>
      </p:sp>
      <p:pic>
        <p:nvPicPr>
          <p:cNvPr id="6" name="Picture 5" descr="fig_scrip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10149840" cy="4115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Understands the question, finds the answer, writes it in the wrong alphabet.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Is it simply a weaker model?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Indistinguishable in English. 35.4 points apart in Azerbaijani.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514600"/>
          <a:ext cx="1088136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Base model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Kazakh-tuned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p (Holm)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English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59.4%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59.4%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Azerbaijani (STRICT)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45.8%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10.4%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35.4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0.0030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96 world + science items - facts every model demonstrably knows in English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Dataset CC BY 4.0 · Code MIT · github.com/nihatgaribli/AZ-Eval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881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1.  Fine-tuning on a closely related language can HARM rather than help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     - when the writing systems differ.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2.  Most of the damage is orthographic, not semantic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     - transliteration removes 56% of the deficit.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3.  Which means it is in principle fixable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     - e.g. by constraining the output script at decoding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Backup - where the gap is widest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Mathematics: knowledge is present in English, the language blocks 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514600"/>
          <a:ext cx="108813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Qwen3-VL-4B (AZ / EN)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B0B0B"/>
                          </a:solidFill>
                          <a:latin typeface="Segoe UI"/>
                        </a:rPr>
                        <a:t>Qolda-AVL-5B (AZ / EN)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mathematics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3.6% / 25.0%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3.6% / 28.6%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world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51.1% / 57.8%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0.0% / 60.0%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history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4.4% / 0.0%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52514E"/>
                          </a:solidFill>
                          <a:latin typeface="Segoe UI"/>
                        </a:rPr>
                        <a:t>0.0% / 2.2%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Backup - what survives transliteration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Transliteration removes 56% of the deficit - but not all of it.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Residual after TRANSLIT: 5.9 points, Holm p = 0.0364 - still significant.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So the claim is: the damage is LARGELY orthographic, not purely orthographic.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Backup - how the dataset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255 items hand-written by a native Azerbaijani speaker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101 from 8 templated SPARQL queries × 4 syntactic variants (round-robin)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No LLM authored, translated, or answered any dataset item.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Rejected candidates are retained, so the acceptance rate stays auditable.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Items whose gold answer depends on a contested position are excluded (6 removed).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Backup -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n = 356. Confidence intervals are ±2–5 points; every reported comparison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survives Holm correction.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One model pair. The 9B/8B pair did not fit in 8 GB of VRAM.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Two knowledge regimes are mixed on purpose - and kept in separate categories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so the distinction stays visible instead of averaging away.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Backup - answer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058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AZ-Eval   ·   CMAI 2026   ·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Identical rules for both languages: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first line only  ·  strip 'Cavab:' / 'Answer:' prefixes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strip markdown emphasis and trailing punctuation  ·  remove thinking blocks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Raw model outputs are kept untouched (8 runs), so the scoring rule can be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changed and the analysis re-run without spending another GPU-hour.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